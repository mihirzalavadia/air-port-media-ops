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Poppins Light"/>
      <p:regular r:id="rId14"/>
    </p:embeddedFont>
    <p:embeddedFont>
      <p:font typeface="Poppins Bold"/>
      <p:regular r:id="rId15"/>
    </p:embeddedFont>
    <p:embeddedFont>
      <p:font typeface="Roboto Light"/>
      <p:regular r:id="rId16"/>
    </p:embeddedFont>
    <p:embeddedFont>
      <p:font typeface="Roboto Bold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17379" y="516136"/>
            <a:ext cx="2580903" cy="220042"/>
          </a:xfrm>
          <a:prstGeom prst="roundRect">
            <a:avLst>
              <a:gd name="adj" fmla="val 18113"/>
            </a:avLst>
          </a:prstGeom>
          <a:noFill/>
          <a:ln w="4763">
            <a:solidFill>
              <a:srgbClr val="F2F2F3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993282" y="556468"/>
            <a:ext cx="2886298" cy="139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RAJKOT AIRPORT MEDIA — OPERATED BY MUKESH ARTS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3917379" y="775841"/>
            <a:ext cx="4262884" cy="741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Premium Airport Advertising</a:t>
            </a:r>
            <a:endParaRPr lang="en-US" sz="2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at Rajkot International Airport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3917379" y="1665982"/>
            <a:ext cx="4738241" cy="665931"/>
          </a:xfrm>
          <a:prstGeom prst="roundRect">
            <a:avLst>
              <a:gd name="adj" fmla="val 7481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040758" y="1789361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Asset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040758" y="2034257"/>
            <a:ext cx="44914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AD-2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Front-Lit Board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917379" y="2431107"/>
            <a:ext cx="4738241" cy="665931"/>
          </a:xfrm>
          <a:prstGeom prst="roundRect">
            <a:avLst>
              <a:gd name="adj" fmla="val 7481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040758" y="2554486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Format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040758" y="2799383"/>
            <a:ext cx="44914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30 × 10 Static Frontlit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917379" y="3196233"/>
            <a:ext cx="4738241" cy="665931"/>
          </a:xfrm>
          <a:prstGeom prst="roundRect">
            <a:avLst>
              <a:gd name="adj" fmla="val 7481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040758" y="3319611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Monthly PAX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040758" y="3564508"/>
            <a:ext cx="44914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1.25–1.30 Lakh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Passengers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917379" y="3961358"/>
            <a:ext cx="4738241" cy="665931"/>
          </a:xfrm>
          <a:prstGeom prst="roundRect">
            <a:avLst>
              <a:gd name="adj" fmla="val 7481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040758" y="4084737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Rental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040758" y="4329633"/>
            <a:ext cx="44914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₹6,00,000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/month + GST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2113"/>
            <a:ext cx="4671864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Inventory &amp; Commercial Snapshot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041127"/>
            <a:ext cx="860896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Full transparency upfront. Here is everything you need to evaluate AD-2 before initiating a booking discussion.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6119" y="2406625"/>
            <a:ext cx="1786235" cy="992312"/>
          </a:xfrm>
          <a:prstGeom prst="roundRect">
            <a:avLst>
              <a:gd name="adj" fmla="val 4200"/>
            </a:avLst>
          </a:prstGeom>
          <a:solidFill>
            <a:srgbClr val="4D4D5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7724" y="2768650"/>
            <a:ext cx="142875" cy="1428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3910" y="2964135"/>
            <a:ext cx="1421978" cy="90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There was an error generating this image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5956771" y="1332384"/>
            <a:ext cx="2695798" cy="3140869"/>
          </a:xfrm>
          <a:prstGeom prst="roundRect">
            <a:avLst>
              <a:gd name="adj" fmla="val 154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60802" y="1383581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Asset Code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403902" y="1383581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AD-2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60802" y="1616199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Media Type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403902" y="1616199"/>
            <a:ext cx="114471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Airport Front-Lit Board (Frontlit Unipole)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60802" y="1983804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Billboard Size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403902" y="1983804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30 × 10 ft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060802" y="2216423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Location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403902" y="2216423"/>
            <a:ext cx="114471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Terminal City-Side Area / City-Side Approach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060802" y="2584028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Rental Charge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403902" y="2584028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INR 6,00,000 / Month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060802" y="2816647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GST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403902" y="2816647"/>
            <a:ext cx="114471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Applicable extra, as per prevailing rate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060802" y="3184252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Availability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403902" y="3184252"/>
            <a:ext cx="114471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Subject to confirmation at time of booking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060802" y="3551858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Production / Artwork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403902" y="3551858"/>
            <a:ext cx="114471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Separate unless included in writing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60802" y="3919463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Creative Approval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403902" y="3919463"/>
            <a:ext cx="114471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Airport &amp; operator approval required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060802" y="4287069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Operator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403902" y="4287069"/>
            <a:ext cx="160191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Mukesh Arts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99194" y="4834979"/>
            <a:ext cx="2679427" cy="134987"/>
          </a:xfrm>
          <a:prstGeom prst="rect">
            <a:avLst/>
          </a:prstGeom>
          <a:noFill/>
          <a:ln/>
        </p:spPr>
        <p:txBody>
          <a:bodyPr wrap="none" lIns="0" tIns="106326" rIns="63795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Rajkot Airport Media | Operated by Mukesh Arts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362504" y="4834979"/>
            <a:ext cx="225103" cy="134987"/>
          </a:xfrm>
          <a:prstGeom prst="rect">
            <a:avLst/>
          </a:prstGeom>
          <a:noFill/>
          <a:ln/>
        </p:spPr>
        <p:txBody>
          <a:bodyPr wrap="none" lIns="0" tIns="63795" rIns="106326" bIns="0" rtlCol="0" anchor="t"/>
          <a:lstStyle/>
          <a:p>
            <a:pPr algn="r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603721"/>
            <a:ext cx="4722763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Why Rajkot Airport Is a Strong Media Buy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3925119" y="1387822"/>
            <a:ext cx="472276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Rajkot International Airport is the primary air gateway for Saurashtra and wider Gujarat — a catchment area of affluent decision-makers, business travellers, NRIs, and high-net-worth consumers. For brands seeking premium regional reach, airport advertising here delivers a concentrated, attentive audience that is difficult to access through any other OOH format.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214068" y="2125935"/>
            <a:ext cx="1733624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~4,200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76961" y="2472705"/>
            <a:ext cx="140776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Daily Passenger Visits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925119" y="2686571"/>
            <a:ext cx="231152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4,200–4,400 per day, consistently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625233" y="2125935"/>
            <a:ext cx="1733699" cy="280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1.28L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825481" y="2519511"/>
            <a:ext cx="133312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Monthly PAX Volume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336283" y="2733377"/>
            <a:ext cx="231159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Approx. 1.25–1.30 lakh per month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419651" y="3094806"/>
            <a:ext cx="1733624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28</a:t>
            </a:r>
            <a:endParaRPr lang="en-US" sz="2750" dirty="0"/>
          </a:p>
        </p:txBody>
      </p:sp>
      <p:sp>
        <p:nvSpPr>
          <p:cNvPr id="14" name="Text 10"/>
          <p:cNvSpPr/>
          <p:nvPr/>
        </p:nvSpPr>
        <p:spPr>
          <a:xfrm>
            <a:off x="5533058" y="3558555"/>
            <a:ext cx="15067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Daily Flight Movements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130701" y="3772421"/>
            <a:ext cx="231152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14 arrivals + 14 departures per day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925119" y="4010918"/>
            <a:ext cx="4722763" cy="528786"/>
          </a:xfrm>
          <a:prstGeom prst="roundRect">
            <a:avLst>
              <a:gd name="adj" fmla="val 8445"/>
            </a:avLst>
          </a:prstGeom>
          <a:solidFill>
            <a:srgbClr val="02234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382" y="4160267"/>
            <a:ext cx="132904" cy="10626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70549" y="4117181"/>
            <a:ext cx="427107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Figures are operator-confirmed approximate values. Advertisers are advised to verify before final campaign release.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3528194" y="4833045"/>
            <a:ext cx="2668116" cy="138931"/>
          </a:xfrm>
          <a:prstGeom prst="rect">
            <a:avLst/>
          </a:prstGeom>
          <a:noFill/>
          <a:ln/>
        </p:spPr>
        <p:txBody>
          <a:bodyPr wrap="none" lIns="0" tIns="99237" rIns="59542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Rajkot Airport Media | Operated by Mukesh Arts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8373814" y="4833045"/>
            <a:ext cx="213792" cy="138931"/>
          </a:xfrm>
          <a:prstGeom prst="rect">
            <a:avLst/>
          </a:prstGeom>
          <a:noFill/>
          <a:ln/>
        </p:spPr>
        <p:txBody>
          <a:bodyPr wrap="none" lIns="0" tIns="59542" rIns="99237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8571"/>
            <a:ext cx="5298728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AD-2 — Location &amp; Visual Presence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2249909"/>
            <a:ext cx="2041401" cy="1134070"/>
          </a:xfrm>
          <a:prstGeom prst="roundRect">
            <a:avLst>
              <a:gd name="adj" fmla="val 4200"/>
            </a:avLst>
          </a:prstGeom>
          <a:solidFill>
            <a:srgbClr val="4D4D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344" y="2683966"/>
            <a:ext cx="142875" cy="1428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1530" y="2881313"/>
            <a:ext cx="1421978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There was an error generating this image</a:t>
            </a:r>
            <a:endParaRPr lang="en-US" sz="500" dirty="0"/>
          </a:p>
        </p:txBody>
      </p:sp>
      <p:sp>
        <p:nvSpPr>
          <p:cNvPr id="6" name="Shape 3"/>
          <p:cNvSpPr/>
          <p:nvPr/>
        </p:nvSpPr>
        <p:spPr>
          <a:xfrm>
            <a:off x="5136505" y="1300981"/>
            <a:ext cx="1027733" cy="198611"/>
          </a:xfrm>
          <a:prstGeom prst="roundRect">
            <a:avLst>
              <a:gd name="adj" fmla="val 19187"/>
            </a:avLst>
          </a:prstGeom>
          <a:solidFill>
            <a:srgbClr val="252528"/>
          </a:solidFill>
          <a:ln/>
        </p:spPr>
      </p:sp>
      <p:sp>
        <p:nvSpPr>
          <p:cNvPr id="7" name="Text 4"/>
          <p:cNvSpPr/>
          <p:nvPr/>
        </p:nvSpPr>
        <p:spPr>
          <a:xfrm>
            <a:off x="5204520" y="1334988"/>
            <a:ext cx="1348904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CITY-SIDE APPROACH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136505" y="1535832"/>
            <a:ext cx="389832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Positioned for Maximum First and Last Impression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36505" y="1803722"/>
            <a:ext cx="3516064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AD-2 occupies the terminal city-side area — the primary approach corridor that every passenger, visitor, and airport-bound vehicle passes through. It is not buried inside a terminal wing. It commands the entry and exit path.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136505" y="2587154"/>
            <a:ext cx="3516064" cy="8483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136505" y="2726010"/>
            <a:ext cx="351256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Static Presence. No Rotation. Full Ownership.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36505" y="2993901"/>
            <a:ext cx="3516064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is a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brand presence asset, not a digital slot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Your creative occupies the full 30 × 10 face, 24 hours a day, for the full booked duration. No rotation. No shared dwell. Complete visual dominance of the format.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136505" y="3748980"/>
            <a:ext cx="3516064" cy="583927"/>
          </a:xfrm>
          <a:prstGeom prst="roundRect">
            <a:avLst>
              <a:gd name="adj" fmla="val 8157"/>
            </a:avLst>
          </a:prstGeom>
          <a:solidFill>
            <a:srgbClr val="25252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912" y="3910533"/>
            <a:ext cx="141759" cy="11340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05078" y="3868043"/>
            <a:ext cx="3034085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Creative updates require printing, mounting, production lead time, and approval. Plan accordingly.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99194" y="4831035"/>
            <a:ext cx="2658219" cy="142875"/>
          </a:xfrm>
          <a:prstGeom prst="rect">
            <a:avLst/>
          </a:prstGeom>
          <a:noFill/>
          <a:ln/>
        </p:spPr>
        <p:txBody>
          <a:bodyPr wrap="none" lIns="0" tIns="93035" rIns="55821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Rajkot Airport Media | Operated by Mukesh Arts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8383712" y="4831035"/>
            <a:ext cx="203895" cy="142875"/>
          </a:xfrm>
          <a:prstGeom prst="rect">
            <a:avLst/>
          </a:prstGeom>
          <a:noFill/>
          <a:ln/>
        </p:spPr>
        <p:txBody>
          <a:bodyPr wrap="none" lIns="0" tIns="55821" rIns="93035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9863"/>
            <a:ext cx="423966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Operations &amp; Support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636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Booking AD-2 means working with a team that understands airport media protocol from the inside out.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82651"/>
            <a:ext cx="2622724" cy="2890912"/>
          </a:xfrm>
          <a:prstGeom prst="roundRect">
            <a:avLst>
              <a:gd name="adj" fmla="val 3486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7069" y="1682651"/>
            <a:ext cx="76200" cy="2890912"/>
          </a:xfrm>
          <a:prstGeom prst="roundRect">
            <a:avLst>
              <a:gd name="adj" fmla="val 78140"/>
            </a:avLst>
          </a:prstGeom>
          <a:solidFill>
            <a:srgbClr val="F2F2F3"/>
          </a:solidFill>
          <a:ln/>
        </p:spPr>
      </p:sp>
      <p:sp>
        <p:nvSpPr>
          <p:cNvPr id="6" name="Text 4"/>
          <p:cNvSpPr/>
          <p:nvPr/>
        </p:nvSpPr>
        <p:spPr>
          <a:xfrm>
            <a:off x="714077" y="1843460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Mukesh Arts — Operator Credibility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4077" y="2371427"/>
            <a:ext cx="22439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Mukesh Arts is the operating entity for Rajkot Airport Media. With established presence at the airport, they manage the full lifecycle of the advertising relationship — from site access to creative coordination and booking formalities.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682651"/>
            <a:ext cx="2622724" cy="2890912"/>
          </a:xfrm>
          <a:prstGeom prst="roundRect">
            <a:avLst>
              <a:gd name="adj" fmla="val 3486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1551" y="1682651"/>
            <a:ext cx="76200" cy="2890912"/>
          </a:xfrm>
          <a:prstGeom prst="roundRect">
            <a:avLst>
              <a:gd name="adj" fmla="val 78140"/>
            </a:avLst>
          </a:prstGeom>
          <a:solidFill>
            <a:srgbClr val="F2F2F3"/>
          </a:solidFill>
          <a:ln/>
        </p:spPr>
      </p:sp>
      <p:sp>
        <p:nvSpPr>
          <p:cNvPr id="10" name="Text 8"/>
          <p:cNvSpPr/>
          <p:nvPr/>
        </p:nvSpPr>
        <p:spPr>
          <a:xfrm>
            <a:off x="3478560" y="1843460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Ridham Bhuva — ASCO-Certified Operations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78560" y="2371427"/>
            <a:ext cx="2243956" cy="2041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Ridham Bhuva holds ASCO certification, bringing a structured, compliance-aware approach to campaign execution. Site visits can be coordinated ahead of final booking decisions. Airport protocol, creative submissions, and approval workflows are handled with operational discipline.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682651"/>
            <a:ext cx="2622724" cy="2890912"/>
          </a:xfrm>
          <a:prstGeom prst="roundRect">
            <a:avLst>
              <a:gd name="adj" fmla="val 3486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06033" y="1682651"/>
            <a:ext cx="76200" cy="2890912"/>
          </a:xfrm>
          <a:prstGeom prst="roundRect">
            <a:avLst>
              <a:gd name="adj" fmla="val 78140"/>
            </a:avLst>
          </a:prstGeom>
          <a:solidFill>
            <a:srgbClr val="F2F2F3"/>
          </a:solidFill>
          <a:ln/>
        </p:spPr>
      </p:sp>
      <p:sp>
        <p:nvSpPr>
          <p:cNvPr id="14" name="Text 12"/>
          <p:cNvSpPr/>
          <p:nvPr/>
        </p:nvSpPr>
        <p:spPr>
          <a:xfrm>
            <a:off x="6243042" y="1843460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Pre-Booking Site Visits Available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43042" y="2371427"/>
            <a:ext cx="224395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Planners and brand teams are welcome to arrange a site review before committing. Seeing the AD-2 position in context often closes the evaluation immediately.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194" y="4823073"/>
            <a:ext cx="2628454" cy="158800"/>
          </a:xfrm>
          <a:prstGeom prst="rect">
            <a:avLst/>
          </a:prstGeom>
          <a:noFill/>
          <a:ln/>
        </p:spPr>
        <p:txBody>
          <a:bodyPr wrap="none" lIns="0" tIns="74428" rIns="44657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Rajkot Airport Media | Operated by Mukesh Arts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413477" y="4823073"/>
            <a:ext cx="174129" cy="158800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546" y="535037"/>
            <a:ext cx="4099322" cy="2374255"/>
          </a:xfrm>
          <a:prstGeom prst="roundRect">
            <a:avLst>
              <a:gd name="adj" fmla="val 3224"/>
            </a:avLst>
          </a:prstGeom>
          <a:solidFill>
            <a:srgbClr val="0B1E3F"/>
          </a:solidFill>
          <a:ln/>
        </p:spPr>
      </p:sp>
      <p:sp>
        <p:nvSpPr>
          <p:cNvPr id="3" name="Shape 1"/>
          <p:cNvSpPr/>
          <p:nvPr/>
        </p:nvSpPr>
        <p:spPr>
          <a:xfrm>
            <a:off x="525810" y="624706"/>
            <a:ext cx="1913855" cy="1063228"/>
          </a:xfrm>
          <a:prstGeom prst="roundRect">
            <a:avLst>
              <a:gd name="adj" fmla="val 4200"/>
            </a:avLst>
          </a:prstGeom>
          <a:solidFill>
            <a:srgbClr val="4D4D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263" y="1022747"/>
            <a:ext cx="142875" cy="1428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7448" y="1219200"/>
            <a:ext cx="1421978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There was an error generating this image</a:t>
            </a:r>
            <a:endParaRPr lang="en-US" sz="500" dirty="0"/>
          </a:p>
        </p:txBody>
      </p:sp>
      <p:sp>
        <p:nvSpPr>
          <p:cNvPr id="6" name="Shape 3"/>
          <p:cNvSpPr/>
          <p:nvPr/>
        </p:nvSpPr>
        <p:spPr>
          <a:xfrm>
            <a:off x="525810" y="1777603"/>
            <a:ext cx="1753791" cy="192286"/>
          </a:xfrm>
          <a:prstGeom prst="roundRect">
            <a:avLst>
              <a:gd name="adj" fmla="val 18579"/>
            </a:avLst>
          </a:prstGeom>
          <a:noFill/>
          <a:ln w="4763">
            <a:solidFill>
              <a:srgbClr val="F2F2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45" y="1814215"/>
            <a:ext cx="207392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6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AD-2 — RAJKOT INTERNATIONAL AIRPORT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25810" y="2001738"/>
            <a:ext cx="4125367" cy="4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F59E0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₹6,00,000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525810" y="2539901"/>
            <a:ext cx="388679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Per month, exclusive of GST. Static 30 × 10 front-lit board. Full-face, full-duration brand presence at Rajkot International Airport.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06466" y="1371302"/>
            <a:ext cx="3718322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Request AD-2 Availability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4706466" y="1783259"/>
            <a:ext cx="394617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 begin a booking discussion, share the following with our team so we can confirm availability and move quickly: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96119" y="2998961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6119" y="3165351"/>
            <a:ext cx="4035996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4" name="Text 11"/>
          <p:cNvSpPr/>
          <p:nvPr/>
        </p:nvSpPr>
        <p:spPr>
          <a:xfrm>
            <a:off x="496119" y="3247058"/>
            <a:ext cx="189123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Campaign Month &amp; Duration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6119" y="3460924"/>
            <a:ext cx="40359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Proposed start month and number of months required.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11812" y="2998961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11812" y="3165351"/>
            <a:ext cx="4036070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8" name="Text 15"/>
          <p:cNvSpPr/>
          <p:nvPr/>
        </p:nvSpPr>
        <p:spPr>
          <a:xfrm>
            <a:off x="4611812" y="324705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Brand Category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611812" y="3460924"/>
            <a:ext cx="40360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Industry vertical and brand name for category conflict check.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96119" y="3769147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96119" y="3935537"/>
            <a:ext cx="4035996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2" name="Text 19"/>
          <p:cNvSpPr/>
          <p:nvPr/>
        </p:nvSpPr>
        <p:spPr>
          <a:xfrm>
            <a:off x="496119" y="401724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Creative Readiness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96119" y="4231109"/>
            <a:ext cx="40359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Whether artwork is ready or in progress — this affects lead time.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611812" y="3769147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611812" y="3935537"/>
            <a:ext cx="4036070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6" name="Text 23"/>
          <p:cNvSpPr/>
          <p:nvPr/>
        </p:nvSpPr>
        <p:spPr>
          <a:xfrm>
            <a:off x="4611812" y="401724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Contact Our Team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11812" y="4231109"/>
            <a:ext cx="403607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Route all inquiries through </a:t>
            </a:r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Mukesh sir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or </a:t>
            </a:r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Ridham Bhuva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at Mukesh Arts. Official contact details will be shared upon direct outreach.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99194" y="4833045"/>
            <a:ext cx="2668116" cy="138931"/>
          </a:xfrm>
          <a:prstGeom prst="rect">
            <a:avLst/>
          </a:prstGeom>
          <a:noFill/>
          <a:ln/>
        </p:spPr>
        <p:txBody>
          <a:bodyPr wrap="none" lIns="0" tIns="99237" rIns="59542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Rajkot Airport Media | Operated by Mukesh Arts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373814" y="4833045"/>
            <a:ext cx="213792" cy="138931"/>
          </a:xfrm>
          <a:prstGeom prst="rect">
            <a:avLst/>
          </a:prstGeom>
          <a:noFill/>
          <a:ln/>
        </p:spPr>
        <p:txBody>
          <a:bodyPr wrap="none" lIns="0" tIns="59542" rIns="99237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4174"/>
            <a:ext cx="263656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6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RAJKOT AIRPORT MEDIA — OPERATED BY MUKESH ARTS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96119" y="836935"/>
            <a:ext cx="5415037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Terms, Availability &amp; Media Conditions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96119" y="1288777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Please read before proceeding with any booking discussion or campaign commitment.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96119" y="1585764"/>
            <a:ext cx="53132" cy="53132"/>
          </a:xfrm>
          <a:prstGeom prst="roundRect">
            <a:avLst>
              <a:gd name="adj" fmla="val 537811"/>
            </a:avLst>
          </a:prstGeom>
          <a:solidFill>
            <a:srgbClr val="F2F2F3"/>
          </a:solidFill>
          <a:ln/>
        </p:spPr>
      </p:sp>
      <p:sp>
        <p:nvSpPr>
          <p:cNvPr id="6" name="Text 4"/>
          <p:cNvSpPr/>
          <p:nvPr/>
        </p:nvSpPr>
        <p:spPr>
          <a:xfrm>
            <a:off x="628948" y="1527274"/>
            <a:ext cx="8018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Availability: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AD-2 availability is subject to confirmation at the time of booking. No slot is held without written confirmation and payment.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96119" y="1894061"/>
            <a:ext cx="53132" cy="53132"/>
          </a:xfrm>
          <a:prstGeom prst="roundRect">
            <a:avLst>
              <a:gd name="adj" fmla="val 537811"/>
            </a:avLst>
          </a:prstGeom>
          <a:solidFill>
            <a:srgbClr val="F2F2F3"/>
          </a:solidFill>
          <a:ln/>
        </p:spPr>
      </p:sp>
      <p:sp>
        <p:nvSpPr>
          <p:cNvPr id="8" name="Text 6"/>
          <p:cNvSpPr/>
          <p:nvPr/>
        </p:nvSpPr>
        <p:spPr>
          <a:xfrm>
            <a:off x="628948" y="1835572"/>
            <a:ext cx="8018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Rental &amp; Taxes: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Rental charge is INR 6,00,000 for one month, exclusive of GST. GST is applicable at the prevailing rate and is charged separately.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6119" y="2202359"/>
            <a:ext cx="53132" cy="53132"/>
          </a:xfrm>
          <a:prstGeom prst="roundRect">
            <a:avLst>
              <a:gd name="adj" fmla="val 537811"/>
            </a:avLst>
          </a:prstGeom>
          <a:solidFill>
            <a:srgbClr val="F2F2F3"/>
          </a:solidFill>
          <a:ln/>
        </p:spPr>
      </p:sp>
      <p:sp>
        <p:nvSpPr>
          <p:cNvPr id="10" name="Text 8"/>
          <p:cNvSpPr/>
          <p:nvPr/>
        </p:nvSpPr>
        <p:spPr>
          <a:xfrm>
            <a:off x="628948" y="2143869"/>
            <a:ext cx="8018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Production Costs: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Creative printing, mounting, fabrication, and production are separate costs unless explicitly included in writing within the booking agreement.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96119" y="2510656"/>
            <a:ext cx="53132" cy="53132"/>
          </a:xfrm>
          <a:prstGeom prst="roundRect">
            <a:avLst>
              <a:gd name="adj" fmla="val 537811"/>
            </a:avLst>
          </a:prstGeom>
          <a:solidFill>
            <a:srgbClr val="F2F2F3"/>
          </a:solidFill>
          <a:ln/>
        </p:spPr>
      </p:sp>
      <p:sp>
        <p:nvSpPr>
          <p:cNvPr id="12" name="Text 10"/>
          <p:cNvSpPr/>
          <p:nvPr/>
        </p:nvSpPr>
        <p:spPr>
          <a:xfrm>
            <a:off x="628948" y="2452167"/>
            <a:ext cx="8018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Creative Approval: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All creatives are subject to airport authority and operator approval prior to display. Rejection or revision requests are possible. Plan lead time accordingly.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6119" y="2818954"/>
            <a:ext cx="53132" cy="53132"/>
          </a:xfrm>
          <a:prstGeom prst="roundRect">
            <a:avLst>
              <a:gd name="adj" fmla="val 537811"/>
            </a:avLst>
          </a:prstGeom>
          <a:solidFill>
            <a:srgbClr val="F2F2F3"/>
          </a:solidFill>
          <a:ln/>
        </p:spPr>
      </p:sp>
      <p:sp>
        <p:nvSpPr>
          <p:cNvPr id="14" name="Text 12"/>
          <p:cNvSpPr/>
          <p:nvPr/>
        </p:nvSpPr>
        <p:spPr>
          <a:xfrm>
            <a:off x="628948" y="2760464"/>
            <a:ext cx="801893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Audience Figures: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Passenger visit and flight movement figures are operator-confirmed approximate values. Advertisers should independently verify before final campaign release.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96119" y="3276079"/>
            <a:ext cx="53132" cy="53132"/>
          </a:xfrm>
          <a:prstGeom prst="roundRect">
            <a:avLst>
              <a:gd name="adj" fmla="val 537811"/>
            </a:avLst>
          </a:prstGeom>
          <a:solidFill>
            <a:srgbClr val="F2F2F3"/>
          </a:solidFill>
          <a:ln/>
        </p:spPr>
      </p:sp>
      <p:sp>
        <p:nvSpPr>
          <p:cNvPr id="16" name="Text 14"/>
          <p:cNvSpPr/>
          <p:nvPr/>
        </p:nvSpPr>
        <p:spPr>
          <a:xfrm>
            <a:off x="628948" y="3217590"/>
            <a:ext cx="8018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Static Format: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AD-2 is a static board. Any creative update or replacement requires fresh printing, mounting, production lead time, and approval confirmation.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6119" y="3584377"/>
            <a:ext cx="53132" cy="53132"/>
          </a:xfrm>
          <a:prstGeom prst="roundRect">
            <a:avLst>
              <a:gd name="adj" fmla="val 537811"/>
            </a:avLst>
          </a:prstGeom>
          <a:solidFill>
            <a:srgbClr val="F2F2F3"/>
          </a:solidFill>
          <a:ln/>
        </p:spPr>
      </p:sp>
      <p:sp>
        <p:nvSpPr>
          <p:cNvPr id="18" name="Text 16"/>
          <p:cNvSpPr/>
          <p:nvPr/>
        </p:nvSpPr>
        <p:spPr>
          <a:xfrm>
            <a:off x="628948" y="3525887"/>
            <a:ext cx="8018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Content Restrictions: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Political, religious, racial, misleading, or otherwise prohibited creative content may be rejected by the airport authority or operator without liability.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6119" y="3892674"/>
            <a:ext cx="53132" cy="53132"/>
          </a:xfrm>
          <a:prstGeom prst="roundRect">
            <a:avLst>
              <a:gd name="adj" fmla="val 537811"/>
            </a:avLst>
          </a:prstGeom>
          <a:solidFill>
            <a:srgbClr val="F2F2F3"/>
          </a:solidFill>
          <a:ln/>
        </p:spPr>
      </p:sp>
      <p:sp>
        <p:nvSpPr>
          <p:cNvPr id="20" name="Text 18"/>
          <p:cNvSpPr/>
          <p:nvPr/>
        </p:nvSpPr>
        <p:spPr>
          <a:xfrm>
            <a:off x="628948" y="3834185"/>
            <a:ext cx="8018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Booking Confirmation: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 campaign is confirmed only after written approval from the operator, payment confirmation, and completion of all required booking formalities.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6119" y="4099247"/>
            <a:ext cx="8151763" cy="7962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6119" y="4223445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document is a commercial presentation prepared by Rajkot Airport Media, operated by Mukesh Arts. All facts are subject to verification. This document does not constitute a binding offer or contract.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9194" y="4833045"/>
            <a:ext cx="2668116" cy="138931"/>
          </a:xfrm>
          <a:prstGeom prst="rect">
            <a:avLst/>
          </a:prstGeom>
          <a:noFill/>
          <a:ln/>
        </p:spPr>
        <p:txBody>
          <a:bodyPr wrap="none" lIns="0" tIns="99237" rIns="59542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Rajkot Airport Media | Operated by Mukesh Arts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73814" y="4833045"/>
            <a:ext cx="213792" cy="138931"/>
          </a:xfrm>
          <a:prstGeom prst="rect">
            <a:avLst/>
          </a:prstGeom>
          <a:noFill/>
          <a:ln/>
        </p:spPr>
        <p:txBody>
          <a:bodyPr wrap="none" lIns="0" tIns="59542" rIns="99237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2026-05-25T11:48:59Z</dcterms:created>
  <dcterms:modified xsi:type="dcterms:W3CDTF">2026-05-25T11:48:59Z</dcterms:modified>
</cp:coreProperties>
</file>