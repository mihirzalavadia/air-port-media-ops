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Inter Bold"/>
      <p:regular r:id="rId14"/>
    </p:embeddedFont>
    <p:embeddedFont>
      <p:font typeface="Inter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#" TargetMode="Externa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8.xml"/><Relationship Id="rId1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30412"/>
            <a:ext cx="447526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72902"/>
            <a:ext cx="7346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5351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Rajkot Airport Media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53208"/>
            <a:ext cx="65477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 Static Airport Media Placement at Rajkot International Airport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28726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Operated by Mukesh Arts — a front-lit static board opportunity for brands seeking focused regional reach in a premium airport context.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900363"/>
            <a:ext cx="8151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0881" y="2905125"/>
            <a:ext cx="2714030" cy="816843"/>
          </a:xfrm>
          <a:prstGeom prst="roundRect">
            <a:avLst>
              <a:gd name="adj" fmla="val 7289"/>
            </a:avLst>
          </a:prstGeom>
          <a:solidFill>
            <a:srgbClr val="DADBF1"/>
          </a:solidFill>
          <a:ln/>
        </p:spPr>
      </p:sp>
      <p:sp>
        <p:nvSpPr>
          <p:cNvPr id="9" name="Text 7"/>
          <p:cNvSpPr/>
          <p:nvPr/>
        </p:nvSpPr>
        <p:spPr>
          <a:xfrm>
            <a:off x="642640" y="30468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 × 10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2640" y="3353395"/>
            <a:ext cx="24305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Front-lit board size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4911" y="2905125"/>
            <a:ext cx="2714104" cy="81684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2" name="Shape 10"/>
          <p:cNvSpPr/>
          <p:nvPr/>
        </p:nvSpPr>
        <p:spPr>
          <a:xfrm>
            <a:off x="3214911" y="2905125"/>
            <a:ext cx="19050" cy="816843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3" name="Text 11"/>
          <p:cNvSpPr/>
          <p:nvPr/>
        </p:nvSpPr>
        <p:spPr>
          <a:xfrm>
            <a:off x="3356670" y="30468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1.25–1.30 Lakh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56670" y="3353395"/>
            <a:ext cx="24305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passenger visits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29015" y="2905125"/>
            <a:ext cx="2714104" cy="81684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6" name="Shape 14"/>
          <p:cNvSpPr/>
          <p:nvPr/>
        </p:nvSpPr>
        <p:spPr>
          <a:xfrm>
            <a:off x="5929015" y="2905125"/>
            <a:ext cx="19050" cy="816843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7" name="Text 15"/>
          <p:cNvSpPr/>
          <p:nvPr/>
        </p:nvSpPr>
        <p:spPr>
          <a:xfrm>
            <a:off x="6070774" y="30468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INR 6,00,000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70774" y="3353395"/>
            <a:ext cx="24305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 + GST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88620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Rajkot Airport Media | Operated by Mukesh Arts | Source: AD-2 AIRPORT FRONT LIT BOARD.pdf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4328"/>
            <a:ext cx="562012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AD-2 Inventory and Commercials, Upfront.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023342"/>
            <a:ext cx="8151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 is a 30 × 10 front-lit static airport media placement positioned on the terminal city-side approach. The core inventory and commercial details are shown upfront so buyers can evaluate the opportunity without a hidden-rate conversation.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1449586"/>
            <a:ext cx="859706" cy="167506"/>
          </a:xfrm>
          <a:prstGeom prst="roundRect">
            <a:avLst>
              <a:gd name="adj" fmla="val 19906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555650" y="1479352"/>
            <a:ext cx="119784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CODE: AD-2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96119" y="1644848"/>
            <a:ext cx="3880842" cy="427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INR 6,00,000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496119" y="2142232"/>
            <a:ext cx="48317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 rental | GST extra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6119" y="2355354"/>
            <a:ext cx="4374505" cy="2135684"/>
          </a:xfrm>
          <a:prstGeom prst="roundRect">
            <a:avLst>
              <a:gd name="adj" fmla="val 19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0075" y="2406551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4946" y="2406551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Front-lit static board / frontlit unipole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0075" y="2639169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84946" y="2639169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× 10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0075" y="2871788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84946" y="2871788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city-side approach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0075" y="3104406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84946" y="3104406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INR 6,00,000 / month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0075" y="3337024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84946" y="3337024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GST extra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0075" y="3569643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84946" y="3569643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confirmed before booking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0075" y="3802261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84946" y="3802261"/>
            <a:ext cx="1981721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Print, mounting &amp; artwork specs to be confirmed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0075" y="4169866"/>
            <a:ext cx="243892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84946" y="4169866"/>
            <a:ext cx="1981721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Airport/operator approval required before display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17381" y="2474119"/>
            <a:ext cx="1786235" cy="992312"/>
          </a:xfrm>
          <a:prstGeom prst="roundRect">
            <a:avLst>
              <a:gd name="adj" fmla="val 4200"/>
            </a:avLst>
          </a:prstGeom>
          <a:solidFill>
            <a:srgbClr val="DFDFE0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8986" y="2840906"/>
            <a:ext cx="142875" cy="14287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132859" y="3031629"/>
            <a:ext cx="1526604" cy="90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21"/>
            <a:ext cx="815176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Rajkot Airport Is a Strong Media Buy for Premium Regional Reach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453083"/>
            <a:ext cx="8151763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Rajkot International Airport gives brands access to a focused Saurashtra travel audience inside a premium airport context. With approximately 1.25–1.30 lakh passenger visits per month and 28 daily flight movements, it is a practical media environment for campaigns that need trust, recall, and visible regional presence.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7162" y="2227808"/>
            <a:ext cx="2359447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1.30L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09501" y="271455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Monthly PAX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982664"/>
            <a:ext cx="2621607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Passenger visits per month (operator-confirmed approximate)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92239" y="2227808"/>
            <a:ext cx="2359447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4,400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3774579" y="271455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Daily Visitors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61196" y="2982664"/>
            <a:ext cx="2621607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4,200–4,400 passenger visits per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7317" y="2227808"/>
            <a:ext cx="2359447" cy="42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28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539657" y="279871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Flight Movements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26274" y="3066827"/>
            <a:ext cx="2621607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daily movements — 14 arrivals + 14 departures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3583856"/>
            <a:ext cx="2640657" cy="1133549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52" y="3725689"/>
            <a:ext cx="2062981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Stronger Brand Perception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952" y="3993803"/>
            <a:ext cx="2356991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Airport context carries significantly stronger brand perception than cluttered roadside formats.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51597" y="3583856"/>
            <a:ext cx="2640732" cy="1133549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3430" y="3725689"/>
            <a:ext cx="176063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High-Value Categories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93430" y="3993803"/>
            <a:ext cx="2357065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real estate, jewellery, finance, auto, hospitality, NRI, and business-travel brands.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07150" y="3583856"/>
            <a:ext cx="2640732" cy="1133549"/>
          </a:xfrm>
          <a:prstGeom prst="roundRect">
            <a:avLst>
              <a:gd name="adj" fmla="val 472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8983" y="3725689"/>
            <a:ext cx="1676251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 Before Release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48983" y="3993803"/>
            <a:ext cx="2357065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Operator-confirmed figures should be independently verified before final campaign release.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142"/>
            <a:ext cx="8151763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City-Side Airport Visibility Before the Terminal Experience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378000"/>
            <a:ext cx="8151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 gives brands a static presence in the airport's city-side movement zone. It is built for continuous display across the booked period, making it suitable for airport-led brand recall around approach, visitor movement, and terminal-side visibility.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2684041"/>
            <a:ext cx="2169021" cy="1204987"/>
          </a:xfrm>
          <a:prstGeom prst="roundRect">
            <a:avLst>
              <a:gd name="adj" fmla="val 4200"/>
            </a:avLst>
          </a:prstGeom>
          <a:solidFill>
            <a:srgbClr val="DFDF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117" y="3154114"/>
            <a:ext cx="142875" cy="142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2990" y="3352428"/>
            <a:ext cx="1526604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5568255" y="1964978"/>
            <a:ext cx="894159" cy="214759"/>
          </a:xfrm>
          <a:prstGeom prst="roundRect">
            <a:avLst>
              <a:gd name="adj" fmla="val 18853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5640512" y="2001069"/>
            <a:ext cx="1206847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 LOCATION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568255" y="2220664"/>
            <a:ext cx="2582391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Terminal City-Side Approach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68255" y="2511326"/>
            <a:ext cx="3084314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 is positioned on the city-side approach to the terminal — capturing inbound passenger and visitor movement before the terminal experience begins.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68255" y="3161407"/>
            <a:ext cx="3084314" cy="641375"/>
          </a:xfrm>
          <a:prstGeom prst="roundRect">
            <a:avLst>
              <a:gd name="adj" fmla="val 7891"/>
            </a:avLst>
          </a:prstGeom>
          <a:solidFill>
            <a:srgbClr val="C7C9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32" y="3339852"/>
            <a:ext cx="150614" cy="1204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59822" y="3293864"/>
            <a:ext cx="2572271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× 10 | Front-lit board | Terminal city-side approach | INR 6,00,000/month + GST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568255" y="3917975"/>
            <a:ext cx="308431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format ensures continuous brand display throughout the booked campaign period. Creative updates require printing, mounting, and approval confirmation.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418802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Owner-Led Execution with Airport Protocol Support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3925119" y="1263551"/>
            <a:ext cx="4722763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 is operated by Mukesh Arts with direct owner involvement at every stage — from initial inquiry through booking, site coordination, and creative approval.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3925119" y="1692101"/>
            <a:ext cx="2315989" cy="1298153"/>
          </a:xfrm>
          <a:prstGeom prst="roundRect">
            <a:avLst>
              <a:gd name="adj" fmla="val 3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43288" y="1810271"/>
            <a:ext cx="170601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Mukesh Arts — Operator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043288" y="2041847"/>
            <a:ext cx="207965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Owner-led response and booking coordination. Direct access to the decision-maker from first inquiry to final confirmation.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331818" y="1692101"/>
            <a:ext cx="2316063" cy="1298153"/>
          </a:xfrm>
          <a:prstGeom prst="roundRect">
            <a:avLst>
              <a:gd name="adj" fmla="val 3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49988" y="1810271"/>
            <a:ext cx="2079724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ASCO Operations — Ridham Bhuva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49988" y="2219027"/>
            <a:ext cx="2079724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ASCO-certified operations support for smoother site visits, airport protocol coordination, and creative approval handling.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925119" y="3080965"/>
            <a:ext cx="4722763" cy="794445"/>
          </a:xfrm>
          <a:prstGeom prst="roundRect">
            <a:avLst>
              <a:gd name="adj" fmla="val 599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43288" y="3199135"/>
            <a:ext cx="233288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Visit &amp; Approval Coordination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043288" y="3430712"/>
            <a:ext cx="448642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visits can be coordinated before final booking discussion. Creative, production, and approval steps are managed through the operator team.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925119" y="3977432"/>
            <a:ext cx="4722763" cy="747192"/>
          </a:xfrm>
          <a:prstGeom prst="roundRect">
            <a:avLst>
              <a:gd name="adj" fmla="val 6375"/>
            </a:avLst>
          </a:prstGeom>
          <a:solidFill>
            <a:srgbClr val="B6D6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526" y="4138985"/>
            <a:ext cx="141759" cy="11340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93691" y="4096494"/>
            <a:ext cx="4240783" cy="48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Static-board note: For AD-2, creative replacement requires printing, mounting, production timing, and approval confirmation. Plan creative timelines accordingly.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9352" y="446633"/>
            <a:ext cx="4102447" cy="4250234"/>
          </a:xfrm>
          <a:prstGeom prst="roundRect">
            <a:avLst>
              <a:gd name="adj" fmla="val 2115"/>
            </a:avLst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529828" y="561826"/>
            <a:ext cx="669354" cy="214759"/>
          </a:xfrm>
          <a:prstGeom prst="roundRect">
            <a:avLst>
              <a:gd name="adj" fmla="val 18853"/>
            </a:avLst>
          </a:prstGeom>
          <a:solidFill>
            <a:srgbClr val="151738"/>
          </a:solidFill>
          <a:ln/>
        </p:spPr>
      </p:sp>
      <p:sp>
        <p:nvSpPr>
          <p:cNvPr id="4" name="Text 2"/>
          <p:cNvSpPr/>
          <p:nvPr/>
        </p:nvSpPr>
        <p:spPr>
          <a:xfrm>
            <a:off x="602084" y="597917"/>
            <a:ext cx="982042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29828" y="817513"/>
            <a:ext cx="3861495" cy="112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AD-2 Availability for Your Campaign Window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529828" y="2049512"/>
            <a:ext cx="38614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your campaign month, booking duration, brand category, and creative readiness. The operator team can coordinate a site visit and confirm current availability, final commercial terms, production requirements, and approval steps.</a:t>
            </a:r>
            <a:endParaRPr lang="en-US" sz="900" dirty="0"/>
          </a:p>
        </p:txBody>
      </p:sp>
      <p:pic>
        <p:nvPicPr>
          <p:cNvPr id="7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28" y="2877889"/>
            <a:ext cx="1717997" cy="3313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9828" y="3354512"/>
            <a:ext cx="3861495" cy="900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29828" y="3508772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 Routing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9828" y="3799433"/>
            <a:ext cx="3861495" cy="805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Inquiries to be routed to the approved owner POC: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Mukesh Sir / Ridham Bhuva</a:t>
            </a:r>
            <a:pPr algn="l" indent="0" marL="0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Phone, WhatsApp, and email contact details to be added after owner confirmation of final public contact information.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23730" y="1969219"/>
            <a:ext cx="2169021" cy="1204987"/>
          </a:xfrm>
          <a:prstGeom prst="roundRect">
            <a:avLst>
              <a:gd name="adj" fmla="val 4200"/>
            </a:avLst>
          </a:prstGeom>
          <a:solidFill>
            <a:srgbClr val="DFDF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729" y="2439293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0601" y="2637606"/>
            <a:ext cx="1526604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9117"/>
            <a:ext cx="626715" cy="182761"/>
          </a:xfrm>
          <a:prstGeom prst="roundRect">
            <a:avLst>
              <a:gd name="adj" fmla="val 1954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59891" y="470967"/>
            <a:ext cx="95637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53728"/>
            <a:ext cx="4160341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Terms and Media Conditions</a:t>
            </a:r>
            <a:endParaRPr lang="en-US" sz="2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930" y="1198513"/>
            <a:ext cx="159469" cy="1594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549" y="119523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1549" y="1441028"/>
            <a:ext cx="360074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 availability is subject to confirmation at the time of booking.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930" y="1752600"/>
            <a:ext cx="159469" cy="1594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549" y="174932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Rental Charge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41549" y="1995115"/>
            <a:ext cx="360074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INR 6,00,000 for one month, exclusive of GST. Production, printing, mounting, and fabrication costs are separate unless included in writing.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930" y="2455515"/>
            <a:ext cx="159469" cy="1594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549" y="245224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Creative Approval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841549" y="2698031"/>
            <a:ext cx="3600748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creatives are subject to airport/operator approval before display. Political, religious, racial, misleading, or prohibited content may be rejected.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930" y="3307259"/>
            <a:ext cx="159469" cy="1594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549" y="3303984"/>
            <a:ext cx="136415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 Board Updates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841549" y="3549774"/>
            <a:ext cx="360074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updates or replacements require printing, mounting, production timing, and approval confirmation.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6278" y="1198513"/>
            <a:ext cx="159469" cy="1594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51896" y="119523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Passenger Figures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5051896" y="1441028"/>
            <a:ext cx="3600748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Passenger visit and flight movement figures are operator-confirmed approximate figures and should be verified before final campaign release.</a:t>
            </a:r>
            <a:endParaRPr lang="en-US" sz="8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6278" y="2050256"/>
            <a:ext cx="159469" cy="15946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51896" y="2046982"/>
            <a:ext cx="14981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Artwork Specifications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5051896" y="2292772"/>
            <a:ext cx="360074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artwork and production specifications must be confirmed before release.</a:t>
            </a:r>
            <a:endParaRPr lang="en-US" sz="8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46278" y="2753171"/>
            <a:ext cx="159469" cy="15946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051896" y="2749897"/>
            <a:ext cx="141654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Confirmation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5051896" y="2995687"/>
            <a:ext cx="360074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booking is confirmed only after written approval, payment confirmation, and completion of required campaign formalities.</a:t>
            </a:r>
            <a:endParaRPr lang="en-US" sz="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46278" y="3456087"/>
            <a:ext cx="159469" cy="15946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51896" y="345281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Operator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5051896" y="3698602"/>
            <a:ext cx="360074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AD-2 is operated by Mukesh Arts. All terms are subject to the operator's final written agreement.</a:t>
            </a:r>
            <a:endParaRPr lang="en-US" sz="800" dirty="0"/>
          </a:p>
        </p:txBody>
      </p:sp>
      <p:sp>
        <p:nvSpPr>
          <p:cNvPr id="29" name="Shape 19"/>
          <p:cNvSpPr/>
          <p:nvPr/>
        </p:nvSpPr>
        <p:spPr>
          <a:xfrm>
            <a:off x="496119" y="4175596"/>
            <a:ext cx="8151763" cy="528786"/>
          </a:xfrm>
          <a:prstGeom prst="roundRect">
            <a:avLst>
              <a:gd name="adj" fmla="val 8445"/>
            </a:avLst>
          </a:prstGeom>
          <a:solidFill>
            <a:srgbClr val="FCF2B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2382" y="4329708"/>
            <a:ext cx="132904" cy="10626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41549" y="4281860"/>
            <a:ext cx="77000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document is a media sales overview. All figures, availability, and commercial terms must be independently verified and confirmed in writing before any booking is finalised.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2026-05-25T11:40:10Z</dcterms:created>
  <dcterms:modified xsi:type="dcterms:W3CDTF">2026-05-25T11:40:10Z</dcterms:modified>
</cp:coreProperties>
</file>